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7" r:id="rId2"/>
    <p:sldId id="268" r:id="rId3"/>
    <p:sldId id="269" r:id="rId4"/>
    <p:sldId id="271" r:id="rId5"/>
    <p:sldId id="270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4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Фролов Максим Александрович" userId="3e3054b1-a587-4a4f-837a-48d4cefe80da" providerId="ADAL" clId="{461A77FC-A45E-401C-A294-B907DB88675B}"/>
    <pc:docChg chg="undo redo custSel addSld delSld modSld sldOrd addSection delSection">
      <pc:chgData name="Фролов Максим Александрович" userId="3e3054b1-a587-4a4f-837a-48d4cefe80da" providerId="ADAL" clId="{461A77FC-A45E-401C-A294-B907DB88675B}" dt="2025-11-13T18:30:13.643" v="2927" actId="20577"/>
      <pc:docMkLst>
        <pc:docMk/>
      </pc:docMkLst>
      <pc:sldChg chg="del">
        <pc:chgData name="Фролов Максим Александрович" userId="3e3054b1-a587-4a4f-837a-48d4cefe80da" providerId="ADAL" clId="{461A77FC-A45E-401C-A294-B907DB88675B}" dt="2025-11-12T15:29:56.501" v="0" actId="2696"/>
        <pc:sldMkLst>
          <pc:docMk/>
          <pc:sldMk cId="818539596" sldId="256"/>
        </pc:sldMkLst>
      </pc:sldChg>
      <pc:sldChg chg="modSp del mod modShow">
        <pc:chgData name="Фролов Максим Александрович" userId="3e3054b1-a587-4a4f-837a-48d4cefe80da" providerId="ADAL" clId="{461A77FC-A45E-401C-A294-B907DB88675B}" dt="2025-11-13T14:43:23.139" v="2059" actId="2696"/>
        <pc:sldMkLst>
          <pc:docMk/>
          <pc:sldMk cId="4247711881" sldId="257"/>
        </pc:sldMkLst>
        <pc:spChg chg="mod">
          <ac:chgData name="Фролов Максим Александрович" userId="3e3054b1-a587-4a4f-837a-48d4cefe80da" providerId="ADAL" clId="{461A77FC-A45E-401C-A294-B907DB88675B}" dt="2025-11-12T15:53:32.487" v="974" actId="113"/>
          <ac:spMkLst>
            <pc:docMk/>
            <pc:sldMk cId="4247711881" sldId="257"/>
            <ac:spMk id="2" creationId="{BA0F5108-493E-1591-BB34-72C773BC9C71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2T17:09:44.560" v="978" actId="21"/>
          <ac:spMkLst>
            <pc:docMk/>
            <pc:sldMk cId="4247711881" sldId="257"/>
            <ac:spMk id="3" creationId="{2839BEA0-1C04-9436-E496-8FC991A5D76D}"/>
          </ac:spMkLst>
        </pc:spChg>
      </pc:sldChg>
      <pc:sldChg chg="modSp del mod">
        <pc:chgData name="Фролов Максим Александрович" userId="3e3054b1-a587-4a4f-837a-48d4cefe80da" providerId="ADAL" clId="{461A77FC-A45E-401C-A294-B907DB88675B}" dt="2025-11-13T14:43:21.009" v="2058" actId="2696"/>
        <pc:sldMkLst>
          <pc:docMk/>
          <pc:sldMk cId="449824541" sldId="258"/>
        </pc:sldMkLst>
        <pc:spChg chg="mod">
          <ac:chgData name="Фролов Максим Александрович" userId="3e3054b1-a587-4a4f-837a-48d4cefe80da" providerId="ADAL" clId="{461A77FC-A45E-401C-A294-B907DB88675B}" dt="2025-11-12T17:57:15.485" v="2054" actId="27636"/>
          <ac:spMkLst>
            <pc:docMk/>
            <pc:sldMk cId="449824541" sldId="258"/>
            <ac:spMk id="3" creationId="{6D34936F-2667-995C-C366-67BDD196FCCC}"/>
          </ac:spMkLst>
        </pc:spChg>
      </pc:sldChg>
      <pc:sldChg chg="addSp modSp mod">
        <pc:chgData name="Фролов Максим Александрович" userId="3e3054b1-a587-4a4f-837a-48d4cefe80da" providerId="ADAL" clId="{461A77FC-A45E-401C-A294-B907DB88675B}" dt="2025-11-13T18:28:45.130" v="2912" actId="20577"/>
        <pc:sldMkLst>
          <pc:docMk/>
          <pc:sldMk cId="3989871422" sldId="259"/>
        </pc:sldMkLst>
        <pc:spChg chg="mod">
          <ac:chgData name="Фролов Максим Александрович" userId="3e3054b1-a587-4a4f-837a-48d4cefe80da" providerId="ADAL" clId="{461A77FC-A45E-401C-A294-B907DB88675B}" dt="2025-11-13T18:28:45.130" v="2912" actId="20577"/>
          <ac:spMkLst>
            <pc:docMk/>
            <pc:sldMk cId="3989871422" sldId="259"/>
            <ac:spMk id="2" creationId="{ADAA2713-691C-2BBF-C667-C69256E10D44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3T18:28:17.453" v="2901" actId="12"/>
          <ac:spMkLst>
            <pc:docMk/>
            <pc:sldMk cId="3989871422" sldId="259"/>
            <ac:spMk id="3" creationId="{BF29257C-370A-3C3E-8984-C2C65054432B}"/>
          </ac:spMkLst>
        </pc:spChg>
        <pc:picChg chg="add mod">
          <ac:chgData name="Фролов Максим Александрович" userId="3e3054b1-a587-4a4f-837a-48d4cefe80da" providerId="ADAL" clId="{461A77FC-A45E-401C-A294-B907DB88675B}" dt="2025-11-12T17:43:23.649" v="1429" actId="14100"/>
          <ac:picMkLst>
            <pc:docMk/>
            <pc:sldMk cId="3989871422" sldId="259"/>
            <ac:picMk id="5" creationId="{062DD51A-211D-C5F1-9CEE-67DB25754E79}"/>
          </ac:picMkLst>
        </pc:picChg>
      </pc:sldChg>
      <pc:sldChg chg="modSp mod">
        <pc:chgData name="Фролов Максим Александрович" userId="3e3054b1-a587-4a4f-837a-48d4cefe80da" providerId="ADAL" clId="{461A77FC-A45E-401C-A294-B907DB88675B}" dt="2025-11-13T18:30:13.643" v="2927" actId="20577"/>
        <pc:sldMkLst>
          <pc:docMk/>
          <pc:sldMk cId="2011769075" sldId="260"/>
        </pc:sldMkLst>
        <pc:spChg chg="mod">
          <ac:chgData name="Фролов Максим Александрович" userId="3e3054b1-a587-4a4f-837a-48d4cefe80da" providerId="ADAL" clId="{461A77FC-A45E-401C-A294-B907DB88675B}" dt="2025-11-13T18:13:16.385" v="2510" actId="20577"/>
          <ac:spMkLst>
            <pc:docMk/>
            <pc:sldMk cId="2011769075" sldId="260"/>
            <ac:spMk id="2" creationId="{F2067F90-E016-1362-7AF6-FF1A1D33D736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3T18:30:13.643" v="2927" actId="20577"/>
          <ac:spMkLst>
            <pc:docMk/>
            <pc:sldMk cId="2011769075" sldId="260"/>
            <ac:spMk id="3" creationId="{18ABA29D-BEA9-9571-9FC7-00E649430789}"/>
          </ac:spMkLst>
        </pc:spChg>
      </pc:sldChg>
      <pc:sldChg chg="del">
        <pc:chgData name="Фролов Максим Александрович" userId="3e3054b1-a587-4a4f-837a-48d4cefe80da" providerId="ADAL" clId="{461A77FC-A45E-401C-A294-B907DB88675B}" dt="2025-11-12T15:50:52.063" v="939" actId="47"/>
        <pc:sldMkLst>
          <pc:docMk/>
          <pc:sldMk cId="3872577556" sldId="263"/>
        </pc:sldMkLst>
      </pc:sldChg>
      <pc:sldChg chg="del">
        <pc:chgData name="Фролов Максим Александрович" userId="3e3054b1-a587-4a4f-837a-48d4cefe80da" providerId="ADAL" clId="{461A77FC-A45E-401C-A294-B907DB88675B}" dt="2025-11-12T15:50:51.082" v="938" actId="47"/>
        <pc:sldMkLst>
          <pc:docMk/>
          <pc:sldMk cId="2263072174" sldId="264"/>
        </pc:sldMkLst>
      </pc:sldChg>
      <pc:sldChg chg="del">
        <pc:chgData name="Фролов Максим Александрович" userId="3e3054b1-a587-4a4f-837a-48d4cefe80da" providerId="ADAL" clId="{461A77FC-A45E-401C-A294-B907DB88675B}" dt="2025-11-12T15:50:49.486" v="937" actId="47"/>
        <pc:sldMkLst>
          <pc:docMk/>
          <pc:sldMk cId="1982637767" sldId="265"/>
        </pc:sldMkLst>
      </pc:sldChg>
      <pc:sldChg chg="del">
        <pc:chgData name="Фролов Максим Александрович" userId="3e3054b1-a587-4a4f-837a-48d4cefe80da" providerId="ADAL" clId="{461A77FC-A45E-401C-A294-B907DB88675B}" dt="2025-11-12T15:50:48.134" v="936" actId="47"/>
        <pc:sldMkLst>
          <pc:docMk/>
          <pc:sldMk cId="2568606663" sldId="266"/>
        </pc:sldMkLst>
      </pc:sldChg>
      <pc:sldChg chg="modSp new mod ord">
        <pc:chgData name="Фролов Максим Александрович" userId="3e3054b1-a587-4a4f-837a-48d4cefe80da" providerId="ADAL" clId="{461A77FC-A45E-401C-A294-B907DB88675B}" dt="2025-11-12T17:10:45.399" v="985" actId="255"/>
        <pc:sldMkLst>
          <pc:docMk/>
          <pc:sldMk cId="2942084819" sldId="267"/>
        </pc:sldMkLst>
        <pc:spChg chg="mod">
          <ac:chgData name="Фролов Максим Александрович" userId="3e3054b1-a587-4a4f-837a-48d4cefe80da" providerId="ADAL" clId="{461A77FC-A45E-401C-A294-B907DB88675B}" dt="2025-11-12T17:10:45.399" v="985" actId="255"/>
          <ac:spMkLst>
            <pc:docMk/>
            <pc:sldMk cId="2942084819" sldId="267"/>
            <ac:spMk id="2" creationId="{44847713-281D-8E41-96A7-745B7B22648F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2T15:32:00.939" v="115" actId="2711"/>
          <ac:spMkLst>
            <pc:docMk/>
            <pc:sldMk cId="2942084819" sldId="267"/>
            <ac:spMk id="3" creationId="{0D261D19-274A-7879-E786-5E848FF57303}"/>
          </ac:spMkLst>
        </pc:spChg>
      </pc:sldChg>
      <pc:sldChg chg="addSp delSp modSp new mod">
        <pc:chgData name="Фролов Максим Александрович" userId="3e3054b1-a587-4a4f-837a-48d4cefe80da" providerId="ADAL" clId="{461A77FC-A45E-401C-A294-B907DB88675B}" dt="2025-11-13T18:04:11.431" v="2360" actId="20577"/>
        <pc:sldMkLst>
          <pc:docMk/>
          <pc:sldMk cId="3898656678" sldId="268"/>
        </pc:sldMkLst>
        <pc:spChg chg="mod">
          <ac:chgData name="Фролов Максим Александрович" userId="3e3054b1-a587-4a4f-837a-48d4cefe80da" providerId="ADAL" clId="{461A77FC-A45E-401C-A294-B907DB88675B}" dt="2025-11-12T17:13:42.676" v="994" actId="14100"/>
          <ac:spMkLst>
            <pc:docMk/>
            <pc:sldMk cId="3898656678" sldId="268"/>
            <ac:spMk id="2" creationId="{F3E770AF-5C5F-72ED-6314-3EAB333D7990}"/>
          </ac:spMkLst>
        </pc:spChg>
        <pc:spChg chg="add del">
          <ac:chgData name="Фролов Максим Александрович" userId="3e3054b1-a587-4a4f-837a-48d4cefe80da" providerId="ADAL" clId="{461A77FC-A45E-401C-A294-B907DB88675B}" dt="2025-11-12T17:14:05.181" v="1007" actId="22"/>
          <ac:spMkLst>
            <pc:docMk/>
            <pc:sldMk cId="3898656678" sldId="268"/>
            <ac:spMk id="3" creationId="{CFA06376-F332-AF5B-F435-196F55CF24E9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3T18:04:11.431" v="2360" actId="20577"/>
          <ac:spMkLst>
            <pc:docMk/>
            <pc:sldMk cId="3898656678" sldId="268"/>
            <ac:spMk id="4" creationId="{1CF845A8-C2F5-0B98-D763-FFF889FAF7CC}"/>
          </ac:spMkLst>
        </pc:spChg>
        <pc:picChg chg="add del mod ord">
          <ac:chgData name="Фролов Максим Александрович" userId="3e3054b1-a587-4a4f-837a-48d4cefe80da" providerId="ADAL" clId="{461A77FC-A45E-401C-A294-B907DB88675B}" dt="2025-11-12T17:13:43.459" v="996" actId="22"/>
          <ac:picMkLst>
            <pc:docMk/>
            <pc:sldMk cId="3898656678" sldId="268"/>
            <ac:picMk id="6" creationId="{23A0EC75-5101-003A-11B4-9DA23BFBAFE3}"/>
          </ac:picMkLst>
        </pc:picChg>
        <pc:picChg chg="add del mod ord">
          <ac:chgData name="Фролов Максим Александрович" userId="3e3054b1-a587-4a4f-837a-48d4cefe80da" providerId="ADAL" clId="{461A77FC-A45E-401C-A294-B907DB88675B}" dt="2025-11-12T17:16:24.656" v="1019" actId="1076"/>
          <ac:picMkLst>
            <pc:docMk/>
            <pc:sldMk cId="3898656678" sldId="268"/>
            <ac:picMk id="8" creationId="{B2F47B6A-C485-1007-CCCA-93DFEF5C037C}"/>
          </ac:picMkLst>
        </pc:picChg>
      </pc:sldChg>
      <pc:sldChg chg="new del">
        <pc:chgData name="Фролов Максим Александрович" userId="3e3054b1-a587-4a4f-837a-48d4cefe80da" providerId="ADAL" clId="{461A77FC-A45E-401C-A294-B907DB88675B}" dt="2025-11-12T17:10:40.603" v="984" actId="2696"/>
        <pc:sldMkLst>
          <pc:docMk/>
          <pc:sldMk cId="93502857" sldId="269"/>
        </pc:sldMkLst>
      </pc:sldChg>
      <pc:sldChg chg="addSp delSp modSp add del mod">
        <pc:chgData name="Фролов Максим Александрович" userId="3e3054b1-a587-4a4f-837a-48d4cefe80da" providerId="ADAL" clId="{461A77FC-A45E-401C-A294-B907DB88675B}" dt="2025-11-12T17:20:24.285" v="1086" actId="2696"/>
        <pc:sldMkLst>
          <pc:docMk/>
          <pc:sldMk cId="2672744762" sldId="269"/>
        </pc:sldMkLst>
        <pc:spChg chg="mod">
          <ac:chgData name="Фролов Максим Александрович" userId="3e3054b1-a587-4a4f-837a-48d4cefe80da" providerId="ADAL" clId="{461A77FC-A45E-401C-A294-B907DB88675B}" dt="2025-11-12T17:19:45.781" v="1081" actId="20577"/>
          <ac:spMkLst>
            <pc:docMk/>
            <pc:sldMk cId="2672744762" sldId="269"/>
            <ac:spMk id="4" creationId="{1133F005-928E-4D35-961A-E9B4FA8D4645}"/>
          </ac:spMkLst>
        </pc:spChg>
        <pc:spChg chg="add del mod">
          <ac:chgData name="Фролов Максим Александрович" userId="3e3054b1-a587-4a4f-837a-48d4cefe80da" providerId="ADAL" clId="{461A77FC-A45E-401C-A294-B907DB88675B}" dt="2025-11-12T17:18:05.002" v="1027" actId="478"/>
          <ac:spMkLst>
            <pc:docMk/>
            <pc:sldMk cId="2672744762" sldId="269"/>
            <ac:spMk id="7" creationId="{9136FBB0-04BA-5CD6-6653-96268D51DBAF}"/>
          </ac:spMkLst>
        </pc:spChg>
        <pc:spChg chg="add del mod">
          <ac:chgData name="Фролов Максим Александрович" userId="3e3054b1-a587-4a4f-837a-48d4cefe80da" providerId="ADAL" clId="{461A77FC-A45E-401C-A294-B907DB88675B}" dt="2025-11-12T17:18:50.355" v="1045" actId="478"/>
          <ac:spMkLst>
            <pc:docMk/>
            <pc:sldMk cId="2672744762" sldId="269"/>
            <ac:spMk id="10" creationId="{468A40B0-A466-DC6A-CD97-CBF08015AC97}"/>
          </ac:spMkLst>
        </pc:spChg>
        <pc:spChg chg="add mod">
          <ac:chgData name="Фролов Максим Александрович" userId="3e3054b1-a587-4a4f-837a-48d4cefe80da" providerId="ADAL" clId="{461A77FC-A45E-401C-A294-B907DB88675B}" dt="2025-11-12T17:20:20.683" v="1085" actId="478"/>
          <ac:spMkLst>
            <pc:docMk/>
            <pc:sldMk cId="2672744762" sldId="269"/>
            <ac:spMk id="14" creationId="{C99764EA-EB59-6640-7D83-043A5BDA6DDE}"/>
          </ac:spMkLst>
        </pc:spChg>
        <pc:picChg chg="add del mod">
          <ac:chgData name="Фролов Максим Александрович" userId="3e3054b1-a587-4a4f-837a-48d4cefe80da" providerId="ADAL" clId="{461A77FC-A45E-401C-A294-B907DB88675B}" dt="2025-11-12T17:20:20.193" v="1084" actId="478"/>
          <ac:picMkLst>
            <pc:docMk/>
            <pc:sldMk cId="2672744762" sldId="269"/>
            <ac:picMk id="5" creationId="{872CF66B-7AEA-EB04-1957-F57CD83109F4}"/>
          </ac:picMkLst>
        </pc:picChg>
        <pc:picChg chg="add del">
          <ac:chgData name="Фролов Максим Александрович" userId="3e3054b1-a587-4a4f-837a-48d4cefe80da" providerId="ADAL" clId="{461A77FC-A45E-401C-A294-B907DB88675B}" dt="2025-11-12T17:20:20.683" v="1085" actId="478"/>
          <ac:picMkLst>
            <pc:docMk/>
            <pc:sldMk cId="2672744762" sldId="269"/>
            <ac:picMk id="8" creationId="{D34E70DC-F28F-BFAB-C5C7-11EBDFDEFB5C}"/>
          </ac:picMkLst>
        </pc:picChg>
        <pc:picChg chg="add del">
          <ac:chgData name="Фролов Максим Александрович" userId="3e3054b1-a587-4a4f-837a-48d4cefe80da" providerId="ADAL" clId="{461A77FC-A45E-401C-A294-B907DB88675B}" dt="2025-11-12T17:19:46.987" v="1083" actId="22"/>
          <ac:picMkLst>
            <pc:docMk/>
            <pc:sldMk cId="2672744762" sldId="269"/>
            <ac:picMk id="12" creationId="{28BE86F3-9501-E8B9-3BEF-C7733E30D463}"/>
          </ac:picMkLst>
        </pc:picChg>
      </pc:sldChg>
      <pc:sldChg chg="addSp delSp modSp new mod">
        <pc:chgData name="Фролов Максим Александрович" userId="3e3054b1-a587-4a4f-837a-48d4cefe80da" providerId="ADAL" clId="{461A77FC-A45E-401C-A294-B907DB88675B}" dt="2025-11-12T17:57:27.219" v="2056" actId="113"/>
        <pc:sldMkLst>
          <pc:docMk/>
          <pc:sldMk cId="3317809186" sldId="269"/>
        </pc:sldMkLst>
        <pc:spChg chg="mod">
          <ac:chgData name="Фролов Максим Александрович" userId="3e3054b1-a587-4a4f-837a-48d4cefe80da" providerId="ADAL" clId="{461A77FC-A45E-401C-A294-B907DB88675B}" dt="2025-11-12T17:30:29.673" v="1105" actId="113"/>
          <ac:spMkLst>
            <pc:docMk/>
            <pc:sldMk cId="3317809186" sldId="269"/>
            <ac:spMk id="2" creationId="{0B9F9A03-424D-0541-2EB2-62DE43681F20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2T17:57:25.525" v="2055" actId="113"/>
          <ac:spMkLst>
            <pc:docMk/>
            <pc:sldMk cId="3317809186" sldId="269"/>
            <ac:spMk id="3" creationId="{E7E4AAB3-0BC4-756E-DF2D-5A4384FB0296}"/>
          </ac:spMkLst>
        </pc:spChg>
        <pc:spChg chg="del mod">
          <ac:chgData name="Фролов Максим Александрович" userId="3e3054b1-a587-4a4f-837a-48d4cefe80da" providerId="ADAL" clId="{461A77FC-A45E-401C-A294-B907DB88675B}" dt="2025-11-12T17:29:59.494" v="1089" actId="22"/>
          <ac:spMkLst>
            <pc:docMk/>
            <pc:sldMk cId="3317809186" sldId="269"/>
            <ac:spMk id="4" creationId="{DC673D5D-0DE0-6E12-32F5-81EBF3E4C5F8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2T17:57:27.219" v="2056" actId="113"/>
          <ac:spMkLst>
            <pc:docMk/>
            <pc:sldMk cId="3317809186" sldId="269"/>
            <ac:spMk id="5" creationId="{A222C049-9EED-9DDC-1242-ABB4FD10D1EF}"/>
          </ac:spMkLst>
        </pc:spChg>
        <pc:spChg chg="del mod">
          <ac:chgData name="Фролов Максим Александрович" userId="3e3054b1-a587-4a4f-837a-48d4cefe80da" providerId="ADAL" clId="{461A77FC-A45E-401C-A294-B907DB88675B}" dt="2025-11-12T17:30:12.622" v="1091" actId="22"/>
          <ac:spMkLst>
            <pc:docMk/>
            <pc:sldMk cId="3317809186" sldId="269"/>
            <ac:spMk id="6" creationId="{959B7E33-3E6F-EAA3-56E0-479E1AC9C051}"/>
          </ac:spMkLst>
        </pc:spChg>
        <pc:spChg chg="add del mod">
          <ac:chgData name="Фролов Максим Александрович" userId="3e3054b1-a587-4a4f-837a-48d4cefe80da" providerId="ADAL" clId="{461A77FC-A45E-401C-A294-B907DB88675B}" dt="2025-11-12T17:33:14.416" v="1407" actId="22"/>
          <ac:spMkLst>
            <pc:docMk/>
            <pc:sldMk cId="3317809186" sldId="269"/>
            <ac:spMk id="12" creationId="{74D00EC5-DF58-BC3F-60B5-CA5728B62173}"/>
          </ac:spMkLst>
        </pc:spChg>
        <pc:picChg chg="add mod ord">
          <ac:chgData name="Фролов Максим Александрович" userId="3e3054b1-a587-4a4f-837a-48d4cefe80da" providerId="ADAL" clId="{461A77FC-A45E-401C-A294-B907DB88675B}" dt="2025-11-12T17:29:59.494" v="1089" actId="22"/>
          <ac:picMkLst>
            <pc:docMk/>
            <pc:sldMk cId="3317809186" sldId="269"/>
            <ac:picMk id="8" creationId="{C5E5DE51-9B3B-402F-BE07-A658C2A5F5B3}"/>
          </ac:picMkLst>
        </pc:picChg>
        <pc:picChg chg="add del mod ord">
          <ac:chgData name="Фролов Максим Александрович" userId="3e3054b1-a587-4a4f-837a-48d4cefe80da" providerId="ADAL" clId="{461A77FC-A45E-401C-A294-B907DB88675B}" dt="2025-11-12T17:33:12.791" v="1405" actId="478"/>
          <ac:picMkLst>
            <pc:docMk/>
            <pc:sldMk cId="3317809186" sldId="269"/>
            <ac:picMk id="10" creationId="{51F8C5FC-ABD1-34E2-6004-05A64851D583}"/>
          </ac:picMkLst>
        </pc:picChg>
        <pc:picChg chg="add mod ord">
          <ac:chgData name="Фролов Максим Александрович" userId="3e3054b1-a587-4a4f-837a-48d4cefe80da" providerId="ADAL" clId="{461A77FC-A45E-401C-A294-B907DB88675B}" dt="2025-11-12T17:33:14.416" v="1407" actId="22"/>
          <ac:picMkLst>
            <pc:docMk/>
            <pc:sldMk cId="3317809186" sldId="269"/>
            <ac:picMk id="14" creationId="{6FE4BCA8-BD63-76C1-9E44-1C923E430A2D}"/>
          </ac:picMkLst>
        </pc:picChg>
      </pc:sldChg>
      <pc:sldChg chg="addSp delSp modSp new mod">
        <pc:chgData name="Фролов Максим Александрович" userId="3e3054b1-a587-4a4f-837a-48d4cefe80da" providerId="ADAL" clId="{461A77FC-A45E-401C-A294-B907DB88675B}" dt="2025-11-12T17:56:35.916" v="2052" actId="20577"/>
        <pc:sldMkLst>
          <pc:docMk/>
          <pc:sldMk cId="4141728345" sldId="270"/>
        </pc:sldMkLst>
        <pc:spChg chg="mod">
          <ac:chgData name="Фролов Максим Александрович" userId="3e3054b1-a587-4a4f-837a-48d4cefe80da" providerId="ADAL" clId="{461A77FC-A45E-401C-A294-B907DB88675B}" dt="2025-11-12T17:49:26.454" v="1471" actId="113"/>
          <ac:spMkLst>
            <pc:docMk/>
            <pc:sldMk cId="4141728345" sldId="270"/>
            <ac:spMk id="2" creationId="{09BB9798-B75E-EA56-2B24-6DFE15843790}"/>
          </ac:spMkLst>
        </pc:spChg>
        <pc:spChg chg="del mod">
          <ac:chgData name="Фролов Максим Александрович" userId="3e3054b1-a587-4a4f-837a-48d4cefe80da" providerId="ADAL" clId="{461A77FC-A45E-401C-A294-B907DB88675B}" dt="2025-11-12T17:47:19.811" v="1433" actId="22"/>
          <ac:spMkLst>
            <pc:docMk/>
            <pc:sldMk cId="4141728345" sldId="270"/>
            <ac:spMk id="3" creationId="{310D60D0-49C0-B478-0E64-BAD288833302}"/>
          </ac:spMkLst>
        </pc:spChg>
        <pc:spChg chg="mod">
          <ac:chgData name="Фролов Максим Александрович" userId="3e3054b1-a587-4a4f-837a-48d4cefe80da" providerId="ADAL" clId="{461A77FC-A45E-401C-A294-B907DB88675B}" dt="2025-11-12T17:56:35.916" v="2052" actId="20577"/>
          <ac:spMkLst>
            <pc:docMk/>
            <pc:sldMk cId="4141728345" sldId="270"/>
            <ac:spMk id="4" creationId="{0B6FC3D0-BFBF-FD83-6FD0-D917DB4DA151}"/>
          </ac:spMkLst>
        </pc:spChg>
        <pc:picChg chg="add mod ord">
          <ac:chgData name="Фролов Максим Александрович" userId="3e3054b1-a587-4a4f-837a-48d4cefe80da" providerId="ADAL" clId="{461A77FC-A45E-401C-A294-B907DB88675B}" dt="2025-11-12T17:49:03.235" v="1443" actId="1076"/>
          <ac:picMkLst>
            <pc:docMk/>
            <pc:sldMk cId="4141728345" sldId="270"/>
            <ac:picMk id="6" creationId="{E9E8F8E6-2BE6-04EB-7D90-8E06DD96AF14}"/>
          </ac:picMkLst>
        </pc:picChg>
      </pc:sldChg>
      <pc:sldChg chg="addSp modSp new mod">
        <pc:chgData name="Фролов Максим Александрович" userId="3e3054b1-a587-4a4f-837a-48d4cefe80da" providerId="ADAL" clId="{461A77FC-A45E-401C-A294-B907DB88675B}" dt="2025-11-13T18:29:06.565" v="2917" actId="113"/>
        <pc:sldMkLst>
          <pc:docMk/>
          <pc:sldMk cId="1351677853" sldId="271"/>
        </pc:sldMkLst>
        <pc:spChg chg="mod">
          <ac:chgData name="Фролов Максим Александрович" userId="3e3054b1-a587-4a4f-837a-48d4cefe80da" providerId="ADAL" clId="{461A77FC-A45E-401C-A294-B907DB88675B}" dt="2025-11-13T18:29:06.565" v="2917" actId="113"/>
          <ac:spMkLst>
            <pc:docMk/>
            <pc:sldMk cId="1351677853" sldId="271"/>
            <ac:spMk id="2" creationId="{7B9A49A4-72EC-E634-7AA6-39CD06872C3C}"/>
          </ac:spMkLst>
        </pc:spChg>
        <pc:picChg chg="add mod">
          <ac:chgData name="Фролов Максим Александрович" userId="3e3054b1-a587-4a4f-837a-48d4cefe80da" providerId="ADAL" clId="{461A77FC-A45E-401C-A294-B907DB88675B}" dt="2025-11-13T18:11:17.085" v="2415" actId="1076"/>
          <ac:picMkLst>
            <pc:docMk/>
            <pc:sldMk cId="1351677853" sldId="271"/>
            <ac:picMk id="4" creationId="{87769CF1-DD3E-26CF-3831-CA3A27603170}"/>
          </ac:picMkLst>
        </pc:picChg>
        <pc:picChg chg="add mod">
          <ac:chgData name="Фролов Максим Александрович" userId="3e3054b1-a587-4a4f-837a-48d4cefe80da" providerId="ADAL" clId="{461A77FC-A45E-401C-A294-B907DB88675B}" dt="2025-11-13T18:11:20.489" v="2416" actId="1076"/>
          <ac:picMkLst>
            <pc:docMk/>
            <pc:sldMk cId="1351677853" sldId="271"/>
            <ac:picMk id="6" creationId="{A064073B-30DB-2DD2-FEB6-201CB0726FF2}"/>
          </ac:picMkLst>
        </pc:picChg>
        <pc:picChg chg="add mod">
          <ac:chgData name="Фролов Максим Александрович" userId="3e3054b1-a587-4a4f-837a-48d4cefe80da" providerId="ADAL" clId="{461A77FC-A45E-401C-A294-B907DB88675B}" dt="2025-11-13T18:11:22.707" v="2417" actId="1076"/>
          <ac:picMkLst>
            <pc:docMk/>
            <pc:sldMk cId="1351677853" sldId="271"/>
            <ac:picMk id="8" creationId="{2D80752F-70C9-665F-756D-0F85096B92B7}"/>
          </ac:picMkLst>
        </pc:picChg>
        <pc:picChg chg="add mod">
          <ac:chgData name="Фролов Максим Александрович" userId="3e3054b1-a587-4a4f-837a-48d4cefe80da" providerId="ADAL" clId="{461A77FC-A45E-401C-A294-B907DB88675B}" dt="2025-11-13T18:11:31.202" v="2419" actId="14100"/>
          <ac:picMkLst>
            <pc:docMk/>
            <pc:sldMk cId="1351677853" sldId="271"/>
            <ac:picMk id="10" creationId="{7987A805-FC03-C1AC-2FEA-4BAFCD0D7504}"/>
          </ac:picMkLst>
        </pc:picChg>
        <pc:picChg chg="add mod">
          <ac:chgData name="Фролов Максим Александрович" userId="3e3054b1-a587-4a4f-837a-48d4cefe80da" providerId="ADAL" clId="{461A77FC-A45E-401C-A294-B907DB88675B}" dt="2025-11-13T18:11:40.116" v="2421" actId="14100"/>
          <ac:picMkLst>
            <pc:docMk/>
            <pc:sldMk cId="1351677853" sldId="271"/>
            <ac:picMk id="12" creationId="{3F6EDABE-38A9-4192-B7E0-FBF5FAE923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73DEC-115D-4419-8891-9639E84F8B3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E87D0-5B2B-4FBE-8C36-18A8AA5278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064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E87D0-5B2B-4FBE-8C36-18A8AA52785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453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B62C-4BC3-9DF4-E140-22F14BB61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BD4B0-1450-87D6-AD97-34E664DCF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D3B4-1CEF-DC4C-2AFC-2A61E161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B245-4EAD-F249-C237-F90DDE5A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0265A-DFCB-7CA6-ACE9-2ABD8BAB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69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2308-0035-DED9-F0C5-597AA177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D6520-0233-7011-9F69-792216FFE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FA2D1-76F1-35BD-FE2A-6D49213C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17DAD-558D-9F1F-B9A1-21EE33A3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D2B3-A51F-0C30-1FC8-18EF0C33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41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7BCA-DC67-4E6D-5CFA-6D3F6D09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36D6A-66BF-58E9-D7D4-49D1E932A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50AA1-AEA0-2F39-D8E9-7082A006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57F8D-5C12-5F1D-98F6-EB25BE20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8EE8A-9754-5872-8CDB-ED99EB98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32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6090-E787-2F7B-9985-B18536F3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CAC68-3B90-17B2-BA04-3E1037062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34E44-5591-3843-C41B-AB3845254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2CE9A-A470-714D-2515-6F739991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BC5E0-1465-B806-4460-7EC0D752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10195-58EB-7702-15B3-3CBE87C3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64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D72D-8438-B17C-EB75-D2D016D7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4CA22-1BEA-0856-9979-681CC4D47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F4CE-5E8C-748F-B3DF-9DB003CEA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AA56B-A5C5-E4F6-9FC4-12042C5DA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46BE6-6EEE-03B9-4B37-DE3907312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21D34-F2BA-D0F6-C8E6-1F615056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745C77-7E28-8739-F51E-01613867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2F4F33-CAFD-2C50-0DB0-612AC585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1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BE18-D0B1-01B0-E152-37E6E26C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79C10-8ABA-E318-5C04-48694D6C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39C65-F9A8-5305-0D51-E64C1BED1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301D4-34AB-1C5A-4CEB-503B2566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77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74C0A-6FBF-017B-0C86-C8FD4383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DF9D0-C22C-964D-AF89-0FAB2354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C2E2A-A83F-BF15-61C1-2DED58F6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73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D1AE-38B3-20E4-543E-68D2B4A0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5E1E5-4E74-707D-C8B5-903DD72D4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E8C50-B209-DF2A-DE43-0C8DBC905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889CE-D432-CA81-3D36-8C4CA257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4D48C-9D00-A29F-2FB0-D656AC86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EF974-678F-9B9D-5C4D-B9F0CC8E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90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FC9CB-F57A-AA0F-F761-4C53E8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323AE-BF61-9385-58C7-AECE42A70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68B8E-9012-979A-A40F-96750AB1D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C1DF0-DCDB-80E2-8C88-02F3F0EA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8D9C2-52A2-162E-54A3-089CAA55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58268-B60F-F85C-C482-5ADAECF0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85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E9E1-BA6D-3505-0082-44CA2E0C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585F-986B-D935-3D99-AB238144C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1F982-7360-EF13-D5D2-1685E80C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A80CB-DD30-FC49-31CD-48589201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117C6-CA22-5FA8-DA85-75DCAFFA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809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72668-4258-8658-6232-EAFCF66C2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DEA04-4B08-9C07-3637-4590E9F0D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01420-0B3A-C53B-2735-0BD22769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07074-0ABC-F238-EBBE-43E73EAF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8C554-D2F1-056A-1948-EB793C0A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91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E8142-B453-3696-0D28-B28267C4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23BBA-9F0E-3029-22A3-44C67F59D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A93B6-A7A4-0478-554A-062A6DDB3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F0ED1-8720-4179-AD12-7FA89EDA9E66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1F2C-05E0-8F3A-7020-12FCB710B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3031C-D40B-B5A3-AD14-459577B1E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AC3BA-284B-4BC2-BEF3-50DE8B35DF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75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7713-281D-8E41-96A7-745B7B226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Приложение:</a:t>
            </a:r>
            <a:br>
              <a:rPr lang="ru-RU" sz="4000" dirty="0"/>
            </a:br>
            <a:r>
              <a:rPr lang="ru-RU" b="1" dirty="0"/>
              <a:t>«Калькулятор Финансов»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61D19-274A-7879-E786-5E848FF57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9926" y="3602038"/>
            <a:ext cx="2538074" cy="1655762"/>
          </a:xfrm>
        </p:spPr>
        <p:txBody>
          <a:bodyPr/>
          <a:lstStyle/>
          <a:p>
            <a:pPr algn="l"/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Фролов Максим</a:t>
            </a:r>
          </a:p>
        </p:txBody>
      </p:sp>
    </p:spTree>
    <p:extLst>
      <p:ext uri="{BB962C8B-B14F-4D97-AF65-F5344CB8AC3E}">
        <p14:creationId xmlns:p14="http://schemas.microsoft.com/office/powerpoint/2010/main" val="294208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70AF-5C5F-72ED-6314-3EAB333D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  <a:endParaRPr lang="ru-RU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2F47B6A-C485-1007-CCCA-93DFEF5C03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5118847" y="1248223"/>
            <a:ext cx="6091597" cy="436155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845A8-C2F5-0B98-D763-FFF889FAF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ru-RU" dirty="0"/>
              <a:t>Данный проект представляет собой настольное приложение для учета и управления личными финансами пользователя.</a:t>
            </a:r>
          </a:p>
          <a:p>
            <a:pPr>
              <a:lnSpc>
                <a:spcPct val="114000"/>
              </a:lnSpc>
            </a:pPr>
            <a:r>
              <a:rPr lang="ru-RU" dirty="0"/>
              <a:t>Приложение призвано помочь пользователям не запутаться в расчётах при учёте финансов и помочь сократить время необходимое для этого.</a:t>
            </a:r>
          </a:p>
        </p:txBody>
      </p:sp>
    </p:spTree>
    <p:extLst>
      <p:ext uri="{BB962C8B-B14F-4D97-AF65-F5344CB8AC3E}">
        <p14:creationId xmlns:p14="http://schemas.microsoft.com/office/powerpoint/2010/main" val="389865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9A03-424D-0541-2EB2-62DE4368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 работы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4AAB3-0BC4-756E-DF2D-5A4384FB0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dirty="0"/>
              <a:t>Регулярные платежи/зарплата,</a:t>
            </a:r>
            <a:br>
              <a:rPr lang="ru-RU" b="0" dirty="0"/>
            </a:br>
            <a:r>
              <a:rPr lang="ru-RU" b="0" dirty="0"/>
              <a:t>автоматически добавляются в итог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E5DE51-9B3B-402F-BE07-A658C2A5F5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45627" y="2505075"/>
            <a:ext cx="5146108" cy="368458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22C049-9EED-9DDC-1242-ABB4FD10D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dirty="0"/>
              <a:t>Разовые расходы/доходы</a:t>
            </a:r>
            <a:r>
              <a:rPr lang="en-US" b="0" dirty="0"/>
              <a:t>,</a:t>
            </a:r>
            <a:br>
              <a:rPr lang="ru-RU" b="0" dirty="0"/>
            </a:br>
            <a:r>
              <a:rPr lang="ru-RU" b="0" dirty="0"/>
              <a:t>здесь находится функция сохранения</a:t>
            </a:r>
            <a:br>
              <a:rPr lang="ru-RU" b="0" dirty="0"/>
            </a:br>
            <a:r>
              <a:rPr lang="ru-RU" b="0" dirty="0"/>
              <a:t>и загрузки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FE4BCA8-BD63-76C1-9E44-1C923E430A2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90740" y="2505075"/>
            <a:ext cx="5146108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09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49A4-72EC-E634-7AA6-39CD0687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635"/>
          </a:xfrm>
        </p:spPr>
        <p:txBody>
          <a:bodyPr/>
          <a:lstStyle/>
          <a:p>
            <a:r>
              <a:rPr lang="ru-RU" b="1" dirty="0"/>
              <a:t>Диалоги и сообщения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69CF1-DD3E-26CF-3831-CA3A27603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3274"/>
            <a:ext cx="3002580" cy="4100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64073B-30DB-2DD2-FEB6-201CB072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08" y="1423274"/>
            <a:ext cx="3016742" cy="4100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80752F-70C9-665F-756D-0F85096B9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705" y="1423274"/>
            <a:ext cx="2609689" cy="1405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87A805-FC03-C1AC-2FEA-4BAFCD0D7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705" y="3148360"/>
            <a:ext cx="3472118" cy="11809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EDABE-38A9-4192-B7E0-FBF5FAE92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705" y="4531080"/>
            <a:ext cx="2609689" cy="136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7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9798-B75E-EA56-2B24-6DFE1584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проекта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9E8F8E6-2BE6-04EB-7D90-8E06DD96AF1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4969248" y="457200"/>
            <a:ext cx="6492128" cy="58128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FC3D0-BFBF-FD83-6FD0-D917DB4DA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Импортируются классы дизайна окон приложения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Объявляются классы окон, наследованные от классов дизайна</a:t>
            </a:r>
            <a:r>
              <a:rPr lang="en-US" dirty="0"/>
              <a:t>(UI)</a:t>
            </a:r>
            <a:r>
              <a:rPr lang="ru-RU" dirty="0"/>
              <a:t>, отвечающие за содержательный код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Две функции, упрощающие работу с таблицами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Класс главного окна, наследованный от класса его дизайна(</a:t>
            </a:r>
            <a:r>
              <a:rPr lang="en-US" dirty="0"/>
              <a:t>UI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1728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2713-691C-2BBF-C667-C69256E1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Применённые технологии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9257C-370A-3C3E-8984-C2C650544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444518" cy="4486275"/>
          </a:xfrm>
        </p:spPr>
        <p:txBody>
          <a:bodyPr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1800" dirty="0"/>
              <a:t>Присутствует </a:t>
            </a:r>
            <a:r>
              <a:rPr lang="en-US" sz="1800" dirty="0"/>
              <a:t>requirements.txt</a:t>
            </a:r>
            <a:endParaRPr lang="ru-RU" sz="1800" dirty="0"/>
          </a:p>
          <a:p>
            <a:pPr marL="342900" lvl="0" indent="-342900">
              <a:buFont typeface="+mj-lt"/>
              <a:buAutoNum type="arabicPeriod"/>
            </a:pPr>
            <a:r>
              <a:rPr lang="ru-RU" sz="1800" dirty="0"/>
              <a:t>Реализовано несколько форм (6)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/>
              <a:t>Используются:</a:t>
            </a:r>
          </a:p>
          <a:p>
            <a:pPr lvl="1"/>
            <a:r>
              <a:rPr lang="ru-RU" sz="1800" dirty="0"/>
              <a:t>Большинство изученных виджетов.</a:t>
            </a:r>
          </a:p>
          <a:p>
            <a:pPr lvl="1"/>
            <a:r>
              <a:rPr lang="ru-RU" sz="1800" dirty="0"/>
              <a:t>Дополнительные виджеты (</a:t>
            </a:r>
            <a:r>
              <a:rPr lang="ru-RU" sz="1800" dirty="0" err="1"/>
              <a:t>QCalendarWidget</a:t>
            </a:r>
            <a:r>
              <a:rPr lang="ru-RU" sz="1800" dirty="0"/>
              <a:t>).</a:t>
            </a:r>
          </a:p>
          <a:p>
            <a:pPr lvl="1"/>
            <a:r>
              <a:rPr lang="ru-RU" sz="1800" dirty="0"/>
              <a:t>Кастомные диалоги и сообщения.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/>
              <a:t>Работа с базами данных:</a:t>
            </a:r>
          </a:p>
          <a:p>
            <a:pPr lvl="1"/>
            <a:r>
              <a:rPr lang="ru-RU" sz="1800" dirty="0"/>
              <a:t>Несколько таблиц в БД (4)</a:t>
            </a:r>
          </a:p>
          <a:p>
            <a:pPr lvl="1"/>
            <a:r>
              <a:rPr lang="ru-RU" sz="1800" dirty="0"/>
              <a:t>Чтение из БД</a:t>
            </a:r>
          </a:p>
          <a:p>
            <a:pPr lvl="1"/>
            <a:r>
              <a:rPr lang="ru-RU" sz="1800" dirty="0"/>
              <a:t>Запись в БД</a:t>
            </a:r>
          </a:p>
          <a:p>
            <a:pPr lvl="1"/>
            <a:r>
              <a:rPr lang="ru-RU" sz="1800" dirty="0"/>
              <a:t>Изменение данных в БД</a:t>
            </a:r>
          </a:p>
          <a:p>
            <a:pPr lvl="1"/>
            <a:r>
              <a:rPr lang="ru-RU" sz="1800" dirty="0"/>
              <a:t>Приложение собрано в </a:t>
            </a:r>
            <a:r>
              <a:rPr lang="en-US" sz="1800" dirty="0"/>
              <a:t>standalone </a:t>
            </a:r>
            <a:r>
              <a:rPr lang="ru-RU" sz="1800" dirty="0"/>
              <a:t>файл (.</a:t>
            </a:r>
            <a:r>
              <a:rPr lang="en-US" sz="1800" dirty="0"/>
              <a:t>exe</a:t>
            </a:r>
            <a:r>
              <a:rPr lang="ru-RU" sz="18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DD51A-211D-C5F1-9CEE-67DB25754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71577"/>
            <a:ext cx="5134832" cy="222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71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7F90-E016-1362-7AF6-FF1A1D33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BA29D-BEA9-9571-9FC7-00E649430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720000">
            <a:normAutofit/>
          </a:bodyPr>
          <a:lstStyle/>
          <a:p>
            <a:pPr marL="0" indent="0">
              <a:buNone/>
            </a:pPr>
            <a:r>
              <a:rPr lang="ru-RU" dirty="0"/>
              <a:t>Перспективы развития:</a:t>
            </a:r>
          </a:p>
          <a:p>
            <a:r>
              <a:rPr lang="ru-RU" dirty="0"/>
              <a:t>Увеличить графическую составляющую проекта (графики, цветные кнопки, логотип).</a:t>
            </a:r>
          </a:p>
          <a:p>
            <a:r>
              <a:rPr lang="ru-RU" dirty="0"/>
              <a:t>Добавить вкладку для кредитов с вычислением наиболее выгодных дат</a:t>
            </a:r>
            <a:br>
              <a:rPr lang="ru-RU" dirty="0"/>
            </a:br>
            <a:r>
              <a:rPr lang="ru-RU" dirty="0"/>
              <a:t>и сумм платежей.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Итоги: </a:t>
            </a:r>
          </a:p>
          <a:p>
            <a:r>
              <a:rPr lang="ru-RU" dirty="0"/>
              <a:t>ТЗ полностью выполнено</a:t>
            </a:r>
          </a:p>
          <a:p>
            <a:r>
              <a:rPr lang="ru-RU" dirty="0"/>
              <a:t>Использованы большинство изученных 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201176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214</Words>
  <Application>Microsoft Office PowerPoint</Application>
  <PresentationFormat>Widescreen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Приложение: «Калькулятор Финансов»</vt:lpstr>
      <vt:lpstr>Введение</vt:lpstr>
      <vt:lpstr>Пример работы</vt:lpstr>
      <vt:lpstr>Диалоги и сообщения</vt:lpstr>
      <vt:lpstr>Структура проекта</vt:lpstr>
      <vt:lpstr>Применённые технологии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Фролов Максим Александрович</dc:creator>
  <cp:lastModifiedBy>Фролов Максим Александрович</cp:lastModifiedBy>
  <cp:revision>1</cp:revision>
  <dcterms:created xsi:type="dcterms:W3CDTF">2025-11-06T19:15:39Z</dcterms:created>
  <dcterms:modified xsi:type="dcterms:W3CDTF">2025-11-13T18:31:03Z</dcterms:modified>
</cp:coreProperties>
</file>